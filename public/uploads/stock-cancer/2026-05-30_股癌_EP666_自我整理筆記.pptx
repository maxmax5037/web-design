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073816-2E9B-4B71-9961-0A0E2208E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BB74FAF-280F-4207-B4E8-713121599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7F78EC-6B77-43F4-9588-F85D9827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FC6F-A6B3-4608-8C36-A5020E67AA8B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B861E8-61B8-4104-9F53-6BB1FB12D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60972A-CCC1-4F47-A052-26D08A06B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4FA-CE94-4CB4-86EF-273DFD35FF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83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97E80E-359C-4EB9-B3A0-F72CF7C0F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C78D83-4CFE-48FB-BE0C-41CD620D9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7639BE-8BE4-41B2-A264-725681E21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FC6F-A6B3-4608-8C36-A5020E67AA8B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51C6737-3E87-4964-B59B-024460E7D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EFB63D-70D0-46F3-8862-E3A5058A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4FA-CE94-4CB4-86EF-273DFD35FF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976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31373A-6C91-47C8-93A9-6380AF33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6763B9-439D-481D-AF6E-FC02CA2C5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3E009F-9931-4B74-84E9-19DA93AC1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FC6F-A6B3-4608-8C36-A5020E67AA8B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144162-9C82-42E5-95A0-C6E8E587C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FD8776-CD3E-48DC-B58A-3326A803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4FA-CE94-4CB4-86EF-273DFD35FF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966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1E8C0C-58E0-4E18-B5C4-E08857005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5C39B1-13E4-4253-B60B-5BC7C0379E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3BFD8C9-BCB5-4503-9115-4EB8B52D1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7EFC763-0543-4C28-BE4C-595AAADF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FC6F-A6B3-4608-8C36-A5020E67AA8B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1E9B987-3D60-4325-9E74-B0BECBD0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80019A0-4DAC-426D-B899-6F70D1F4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4FA-CE94-4CB4-86EF-273DFD35FF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4228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6B4974-887F-4B5D-9754-371BA4842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7C795C-0CF9-41DF-AEE5-C745C61B6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FE52FF7-6428-403F-9301-173234ED3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87F9F08-2B3C-4009-8C13-28399FACD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67174B5-0FBE-46DF-A30A-5372E5965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C5D1A28-5A6D-4C0C-B2A2-0E06B7310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FC6F-A6B3-4608-8C36-A5020E67AA8B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3440BB4-855C-48B6-B302-5215FE7C3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18B86BF-C63B-4049-9A7B-211D153B1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4FA-CE94-4CB4-86EF-273DFD35FF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9712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1D7B17-D0D2-499F-97C9-5CCBA0DEF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FC56963-317F-446C-8BF1-F078FCBCF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FC6F-A6B3-4608-8C36-A5020E67AA8B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AAC5A36-547C-42B1-9957-D7123DCF6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D103220-D9E1-4486-9CE3-C7491563B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4FA-CE94-4CB4-86EF-273DFD35FF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8699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ECAC64C-592E-412F-9E15-5C3359DDD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FC6F-A6B3-4608-8C36-A5020E67AA8B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1F9D89-A912-4426-A2D5-EF6D2360D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A7DBC3-9615-4639-B34A-C216DDFD4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4FA-CE94-4CB4-86EF-273DFD35FF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2542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B2976A-D133-4679-856A-C40000497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E9BEF7-3E2F-47FD-958E-B426E46B7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9168C7A-645D-4B8C-98FE-053A70BA6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1E86A6D-5F21-46A4-BF8B-E09DD5A75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FC6F-A6B3-4608-8C36-A5020E67AA8B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13D0E07-5520-4CCF-BF42-67716F3FF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C03B591-6E0A-4B59-B156-3A0DF217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4FA-CE94-4CB4-86EF-273DFD35FF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4316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65AE5F-B899-4119-B8DA-F146012D1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FAC00CA-6865-4528-9670-F03F0EEE4E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7780CCF-7113-458D-9F06-91750E871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83F778-C3E0-45D9-90E3-3D5DF9F47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FC6F-A6B3-4608-8C36-A5020E67AA8B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7CB80BA-8572-4842-8F3F-107039F5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F85A0E-2802-467C-8B22-1A64614E1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4FA-CE94-4CB4-86EF-273DFD35FF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3351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65A77A-041C-4A78-B844-A47E7F52A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190FE2A-2302-4D39-A4E6-30CA0BD95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F4D9F4-ACAB-459F-BD0C-47CB8E15D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FC6F-A6B3-4608-8C36-A5020E67AA8B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7C5C6B-9CF3-47E6-8590-C365761A6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0186D5-FF30-4A33-93F3-A414E6784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4FA-CE94-4CB4-86EF-273DFD35FF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1492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86EF039-16CF-4DCB-93CA-F9D8907291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4D11C4C-F632-4B61-ADF9-F80C6690A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CFC319-C83C-4455-B122-339A60BAC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FC6F-A6B3-4608-8C36-A5020E67AA8B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EB5FCA-B136-44EB-84E9-FFCA71677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005544-04B8-4849-A7EE-9F0CF4865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4FA-CE94-4CB4-86EF-273DFD35FF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7933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A576291-FF35-47FA-BFC0-6F8FE07A9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0C6DE73-F072-4335-ADC5-2174BA979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9F609E-920B-42AC-9808-299538760E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5FC6F-A6B3-4608-8C36-A5020E67AA8B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2195CA-3BEA-435B-A431-0809A4B10E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FDA3AA-848A-4BAD-982D-E3716AB08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114FA-CE94-4CB4-86EF-273DFD35FF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0624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0241ADC-C78A-4EBC-AA46-322C09E853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E87571-3975-4B3C-A299-1B56CC644748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B06F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AB069DC5-5720-43AF-A8A9-2E7B6EADF1FD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0062A6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6D6278F-C764-42E9-9718-AB40C134EA17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4C8316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E4B932E-321F-4F1D-80E4-CDF1C11EB112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68B077F-7BBF-4646-A2C6-F40E95B4B66C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0D28FFD-A529-41AD-91F8-D0577A68A736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股癌 </a:t>
            </a:r>
            <a:r>
              <a:rPr lang="en-US" altLang="zh-TW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EP666 </a:t>
            </a:r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自我整理筆記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AA2686A-85D4-47CB-8B94-E3C1313D1A4F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這集從一次感講到多頭輪動，核心是生活要有記憶，投資也要知道資金正在往哪裡流。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8462E7F-3107-4054-8E3B-1C3D3702D049}"/>
              </a:ext>
            </a:extLst>
          </p:cNvPr>
          <p:cNvSpPr/>
          <p:nvPr/>
        </p:nvSpPr>
        <p:spPr>
          <a:xfrm>
            <a:off x="939800" y="2540000"/>
            <a:ext cx="9931400" cy="33020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710AD1-B2F8-4FD3-8EF4-E9FC5DFA5199}"/>
              </a:ext>
            </a:extLst>
          </p:cNvPr>
          <p:cNvSpPr/>
          <p:nvPr/>
        </p:nvSpPr>
        <p:spPr>
          <a:xfrm>
            <a:off x="1219200" y="2819400"/>
            <a:ext cx="114300" cy="2692400"/>
          </a:xfrm>
          <a:prstGeom prst="rect">
            <a:avLst/>
          </a:prstGeom>
          <a:solidFill>
            <a:srgbClr val="B06F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641B8B-719D-4BA2-B80C-8E01394245AD}"/>
              </a:ext>
            </a:extLst>
          </p:cNvPr>
          <p:cNvSpPr txBox="1"/>
          <p:nvPr/>
        </p:nvSpPr>
        <p:spPr>
          <a:xfrm>
            <a:off x="1574800" y="2768600"/>
            <a:ext cx="8890000" cy="8438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前半在講把生活放慢，不要每天只像完成任務一樣過完。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後半進入市場，主軸是被動元件、老 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、軟體股與多頭資金輪動。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最後 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QA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把創業早醒、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ETF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定期定額、資產比較和紅酒興趣串回心態。</a:t>
            </a:r>
          </a:p>
        </p:txBody>
      </p:sp>
    </p:spTree>
    <p:extLst>
      <p:ext uri="{BB962C8B-B14F-4D97-AF65-F5344CB8AC3E}">
        <p14:creationId xmlns:p14="http://schemas.microsoft.com/office/powerpoint/2010/main" val="793052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FE523C0-A905-4E78-94F3-0054E1724C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3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0F4038-ED28-4442-8851-B491F98884CB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062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D421D4B2-D07A-4BFD-9F42-80B9B54AC0F0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4C8316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36B888E4-5477-41DE-A384-4AEAF61BBE47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C93565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95322B3B-8F84-47B7-82D8-BE82B6BE7EA7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B89FBCEB-645A-4FB0-AD37-ED4CFD811339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5B959AD-3981-4F7D-9964-45BA08D58298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這集內容地圖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AE8DE6E-9D18-4690-9292-628C18868751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EP666 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不是單一市場評論，而是把日常節奏、</a:t>
            </a:r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題材和多頭盤操作放在同一個脈絡裡看。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7EF42E2-F943-4BA0-98B5-877365C808C1}"/>
              </a:ext>
            </a:extLst>
          </p:cNvPr>
          <p:cNvSpPr/>
          <p:nvPr/>
        </p:nvSpPr>
        <p:spPr>
          <a:xfrm>
            <a:off x="939800" y="2540000"/>
            <a:ext cx="9931400" cy="33020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D14754-D317-43A8-B005-1A114C3D4C92}"/>
              </a:ext>
            </a:extLst>
          </p:cNvPr>
          <p:cNvSpPr/>
          <p:nvPr/>
        </p:nvSpPr>
        <p:spPr>
          <a:xfrm>
            <a:off x="1219200" y="2819400"/>
            <a:ext cx="114300" cy="2692400"/>
          </a:xfrm>
          <a:prstGeom prst="rect">
            <a:avLst/>
          </a:prstGeom>
          <a:solidFill>
            <a:srgbClr val="0062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38636FF-41CA-4BD9-AEBA-2E992854380E}"/>
              </a:ext>
            </a:extLst>
          </p:cNvPr>
          <p:cNvSpPr txBox="1"/>
          <p:nvPr/>
        </p:nvSpPr>
        <p:spPr>
          <a:xfrm>
            <a:off x="1574800" y="2768600"/>
            <a:ext cx="8890000" cy="8438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生活段：他把放慢生活稱為一次感，意思是讓日常重新留下記憶點。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市場段：他認為多頭還很強，只是資金在被動元件、老 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、軟體股之間輪動。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QA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段：創業焦慮、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ETF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累積資產、不要比較、紅酒和時間感，都回到同一種心態。</a:t>
            </a:r>
          </a:p>
        </p:txBody>
      </p:sp>
    </p:spTree>
    <p:extLst>
      <p:ext uri="{BB962C8B-B14F-4D97-AF65-F5344CB8AC3E}">
        <p14:creationId xmlns:p14="http://schemas.microsoft.com/office/powerpoint/2010/main" val="34092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269DF6D-A728-461A-8317-288DE5CDEB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0C3855-C940-4FC9-9A1D-64CC4CBD2B4D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4C8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BE3B1A5-AE07-4928-902E-A5CE33C94795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C93565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C8DA7381-0FFC-4B5B-8A18-458A624225AE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1823B4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97B70F4-F9BD-47BA-9667-F3888FC3389B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CA395C6-8392-4B6C-92DA-CB0D4955B73C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5516EFC-5E38-4D44-AC10-B58C0D7F2F94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一次感不是裝文青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1B2786B-0B9D-42F9-80A2-8B7A769CED7B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他講放慢生活，不是要大家變得很做作，而是提醒自己不要把所有日常都當成補給流程。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A904730-7BE0-4178-ADBA-0CDD8B76AF4A}"/>
              </a:ext>
            </a:extLst>
          </p:cNvPr>
          <p:cNvSpPr/>
          <p:nvPr/>
        </p:nvSpPr>
        <p:spPr>
          <a:xfrm>
            <a:off x="939800" y="2540000"/>
            <a:ext cx="9931400" cy="33020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C833EC0-348F-46E0-87F3-C0D944AA5B28}"/>
              </a:ext>
            </a:extLst>
          </p:cNvPr>
          <p:cNvSpPr/>
          <p:nvPr/>
        </p:nvSpPr>
        <p:spPr>
          <a:xfrm>
            <a:off x="1219200" y="2819400"/>
            <a:ext cx="114300" cy="2692400"/>
          </a:xfrm>
          <a:prstGeom prst="rect">
            <a:avLst/>
          </a:prstGeom>
          <a:solidFill>
            <a:srgbClr val="4C8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D57831C-F326-461A-8579-5F4D2F8B9B9E}"/>
              </a:ext>
            </a:extLst>
          </p:cNvPr>
          <p:cNvSpPr txBox="1"/>
          <p:nvPr/>
        </p:nvSpPr>
        <p:spPr>
          <a:xfrm>
            <a:off x="1574800" y="2768600"/>
            <a:ext cx="8890000" cy="11464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他以前喝咖啡像補充咖啡因，喝水像補水，吃東西像補蛋白質。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這樣做效率很高，但一天結束時，會覺得好像什麼記憶都沒有留下。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現在他試著慢一點感受咖啡溫度、味道和動作，讓日常變成真的有發生過。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這段其實是在說：生活不是只要達成目的，也要留下感受。</a:t>
            </a:r>
          </a:p>
        </p:txBody>
      </p:sp>
    </p:spTree>
    <p:extLst>
      <p:ext uri="{BB962C8B-B14F-4D97-AF65-F5344CB8AC3E}">
        <p14:creationId xmlns:p14="http://schemas.microsoft.com/office/powerpoint/2010/main" val="3010952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5B04437-CFA9-49E3-8853-7B56DD9831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4A437E-4CFE-44E0-9EE3-6A2BEC6C774E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C9356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054A0908-9F70-4CA6-A1D5-1843A548CCAF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1823B4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B39D371-9E76-47ED-B877-5833B8CD65D7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7F7408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41666AD-5487-4E3A-8AA5-A352F3D087AA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B6F95B6-1AF1-4952-864C-60C83D953FD2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9499DC5-1D22-4AB3-81B6-E97F08809B88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慢下來是方法論，不是離題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CBCC6E4-8CA4-4221-8FBB-BEEF8F7968B2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有些人只想聽四個數字，但他認為更重要的是學會判斷方式，而不是永遠等別人餵答案。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E67C7F5-EA03-4DBD-BFB2-2D108B335D33}"/>
              </a:ext>
            </a:extLst>
          </p:cNvPr>
          <p:cNvSpPr/>
          <p:nvPr/>
        </p:nvSpPr>
        <p:spPr>
          <a:xfrm>
            <a:off x="939800" y="2540000"/>
            <a:ext cx="9931400" cy="33020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79DEB3-6C25-49FF-832F-DDBD8970174A}"/>
              </a:ext>
            </a:extLst>
          </p:cNvPr>
          <p:cNvSpPr/>
          <p:nvPr/>
        </p:nvSpPr>
        <p:spPr>
          <a:xfrm>
            <a:off x="1219200" y="2819400"/>
            <a:ext cx="114300" cy="2692400"/>
          </a:xfrm>
          <a:prstGeom prst="rect">
            <a:avLst/>
          </a:prstGeom>
          <a:solidFill>
            <a:srgbClr val="C9356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DDD395C-F55E-49BC-8F54-365998A96136}"/>
              </a:ext>
            </a:extLst>
          </p:cNvPr>
          <p:cNvSpPr txBox="1"/>
          <p:nvPr/>
        </p:nvSpPr>
        <p:spPr>
          <a:xfrm>
            <a:off x="1574800" y="2768600"/>
            <a:ext cx="8890000" cy="11464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他說如果只給聽眾標的，某次可能準，但長期還是會受傷。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真正重要的是讓你知道怎麼自己釣魚，沒有人帶時也能判斷。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所以他會從生活細節講起，因為那些是他理解世界和市場的底層方式。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不同階段的人會聽到不同重點；有人只聽標的，有人會聽到方法。</a:t>
            </a:r>
          </a:p>
        </p:txBody>
      </p:sp>
    </p:spTree>
    <p:extLst>
      <p:ext uri="{BB962C8B-B14F-4D97-AF65-F5344CB8AC3E}">
        <p14:creationId xmlns:p14="http://schemas.microsoft.com/office/powerpoint/2010/main" val="2249457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0A311B1-B86F-4A70-8A5C-98FD96693C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E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CE9A87-865C-4F74-B145-012E2332E3F8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823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C0B4AB7A-DA87-455B-80DE-8A5B645E1874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7F7408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3A71030-9AE2-47B5-AB35-CA2CEB3DFDCB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B06F2F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C1404F7-205D-42BF-AFD2-864196A0FEA1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42B590D-0E97-4E9B-B7F8-8E5B7CD286AE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FAEEDF8-25C8-412F-908B-CFE4C87C5CD2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多頭太強，資金被處置股卡住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02D9D95-862D-4D7C-BCCE-E1899401563F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他不是沒看到新機會，而是很多資金已經鎖在處置股裡，反而讓他不能無限放大槓桿。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DABE9B4-5290-4BD6-9A76-96699DB39014}"/>
              </a:ext>
            </a:extLst>
          </p:cNvPr>
          <p:cNvSpPr/>
          <p:nvPr/>
        </p:nvSpPr>
        <p:spPr>
          <a:xfrm>
            <a:off x="939800" y="2540000"/>
            <a:ext cx="9931400" cy="33020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AD2BDF3-DCD4-4778-A53C-041400F6AA71}"/>
              </a:ext>
            </a:extLst>
          </p:cNvPr>
          <p:cNvSpPr/>
          <p:nvPr/>
        </p:nvSpPr>
        <p:spPr>
          <a:xfrm>
            <a:off x="1219200" y="2819400"/>
            <a:ext cx="114300" cy="2692400"/>
          </a:xfrm>
          <a:prstGeom prst="rect">
            <a:avLst/>
          </a:prstGeom>
          <a:solidFill>
            <a:srgbClr val="1823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E533541-0BC6-448E-9E5A-A184F5360524}"/>
              </a:ext>
            </a:extLst>
          </p:cNvPr>
          <p:cNvSpPr txBox="1"/>
          <p:nvPr/>
        </p:nvSpPr>
        <p:spPr>
          <a:xfrm>
            <a:off x="1574800" y="2768600"/>
            <a:ext cx="8890000" cy="11464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他說自己大部分資金都在處置股，甚至很多是 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20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分鐘處置股。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這代表想追新標的時很難動，想買也可能買不到籌碼。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以前他會用股票質押借款，買對後再加碼，把部位越滾越大。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這次券商額度控管讓他不能這樣做，他反而把它看成老天幫忙風控。</a:t>
            </a:r>
          </a:p>
        </p:txBody>
      </p:sp>
    </p:spTree>
    <p:extLst>
      <p:ext uri="{BB962C8B-B14F-4D97-AF65-F5344CB8AC3E}">
        <p14:creationId xmlns:p14="http://schemas.microsoft.com/office/powerpoint/2010/main" val="1879182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7BD8187-F50F-497E-8FD0-5E2ED29699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D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0124BF-B908-4550-97C4-B4B84C4DFBB5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F740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1E6C0ABC-0EA7-4FD0-B26E-242DF6C7066A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B06F2F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9C8880A9-EB30-40F5-B3FC-D11EEB337BBA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0062A6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580F295-1B76-4CD0-8520-275876819955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B34C61F-B030-43D2-BC9E-36605E234342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6ED0B3F-CED1-41D1-9087-4891969146E5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被動元件從成本漲價變成需求漲價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8FE862E-11C9-43F2-8520-18840000A2A3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公司派一開始比較保守，但市場派可能先從下單方感受到需求，所以會比公司更早反應。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FE439B8-7D06-4075-96FF-0960164FE638}"/>
              </a:ext>
            </a:extLst>
          </p:cNvPr>
          <p:cNvSpPr/>
          <p:nvPr/>
        </p:nvSpPr>
        <p:spPr>
          <a:xfrm>
            <a:off x="939800" y="2540000"/>
            <a:ext cx="9931400" cy="33020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B8B3AFE-7109-43C8-B41A-E985F97B283D}"/>
              </a:ext>
            </a:extLst>
          </p:cNvPr>
          <p:cNvSpPr/>
          <p:nvPr/>
        </p:nvSpPr>
        <p:spPr>
          <a:xfrm>
            <a:off x="1219200" y="2819400"/>
            <a:ext cx="114300" cy="2692400"/>
          </a:xfrm>
          <a:prstGeom prst="rect">
            <a:avLst/>
          </a:prstGeom>
          <a:solidFill>
            <a:srgbClr val="7F740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7A2B3BD-AA14-4B68-9374-4E3F9A13A723}"/>
              </a:ext>
            </a:extLst>
          </p:cNvPr>
          <p:cNvSpPr txBox="1"/>
          <p:nvPr/>
        </p:nvSpPr>
        <p:spPr>
          <a:xfrm>
            <a:off x="1574800" y="2768600"/>
            <a:ext cx="8890000" cy="11464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一兩個月前，有些公司還覺得漲價偏成本推動，未必能延續到第三季。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現在口徑開始變，市場逐漸把這波看成需求驅動。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他認為市場派可能接觸到買方，知道後面需求真的很強。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公司派有時反而因為還沒接到訂單，所以比較晚才相信。</a:t>
            </a:r>
          </a:p>
        </p:txBody>
      </p:sp>
    </p:spTree>
    <p:extLst>
      <p:ext uri="{BB962C8B-B14F-4D97-AF65-F5344CB8AC3E}">
        <p14:creationId xmlns:p14="http://schemas.microsoft.com/office/powerpoint/2010/main" val="2664466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052E7E4-5AC2-4677-BA5C-B250A3948A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84456A-6E1E-4060-9C73-5289016DA172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B06F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323352E2-291E-470E-9C65-812EED81564E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0062A6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096E0026-F493-44A5-AD99-BA421D1C7CCA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4C8316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C692F51-A6A3-47EE-93F4-826ECB3C09D3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6649219D-C7A3-457B-878E-5DAA78EA0320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0F9FE51-235E-4E9F-9446-36E98CF63DD1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被動元件不只 </a:t>
            </a:r>
            <a:r>
              <a:rPr lang="en-US" altLang="zh-TW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MLCC</a:t>
            </a:r>
            <a:endParaRPr lang="zh-TW" altLang="en-US" sz="3000" b="1">
              <a:solidFill>
                <a:srgbClr val="27181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C494444-35E2-45FB-87AE-0DEE49511DB0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市場最熟的是 </a:t>
            </a:r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MLCC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，但他提醒真正缺的可能還包括鋁電容、</a:t>
            </a:r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SP-CAP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OS-CON 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和其他被忽略的零件。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F24FF29-26E3-4CA9-B107-BC5B5466574E}"/>
              </a:ext>
            </a:extLst>
          </p:cNvPr>
          <p:cNvSpPr/>
          <p:nvPr/>
        </p:nvSpPr>
        <p:spPr>
          <a:xfrm>
            <a:off x="939800" y="2540000"/>
            <a:ext cx="9931400" cy="33020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CABC40-157D-453F-86E6-AC49D44260D8}"/>
              </a:ext>
            </a:extLst>
          </p:cNvPr>
          <p:cNvSpPr/>
          <p:nvPr/>
        </p:nvSpPr>
        <p:spPr>
          <a:xfrm>
            <a:off x="1219200" y="2819400"/>
            <a:ext cx="114300" cy="2692400"/>
          </a:xfrm>
          <a:prstGeom prst="rect">
            <a:avLst/>
          </a:prstGeom>
          <a:solidFill>
            <a:srgbClr val="B06F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2BB120F-10CA-4EE2-BA6D-4D59C7D0C092}"/>
              </a:ext>
            </a:extLst>
          </p:cNvPr>
          <p:cNvSpPr txBox="1"/>
          <p:nvPr/>
        </p:nvSpPr>
        <p:spPr>
          <a:xfrm>
            <a:off x="1574800" y="2768600"/>
            <a:ext cx="8890000" cy="11464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2018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年經驗讓大家先想到 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MLCC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，所以討論度也集中在 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MLCC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但他提到鋁電容、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SP-CAP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OS-CON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、牛角電容等也可能出現缺口。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江海相關資料裡，全球缺口甚至可能高達二十幾個百分點。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投資上要找的，是真正缺但市場還沒完全討論到的地方。</a:t>
            </a:r>
          </a:p>
        </p:txBody>
      </p:sp>
    </p:spTree>
    <p:extLst>
      <p:ext uri="{BB962C8B-B14F-4D97-AF65-F5344CB8AC3E}">
        <p14:creationId xmlns:p14="http://schemas.microsoft.com/office/powerpoint/2010/main" val="3433318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1079CE0-D3FB-4D15-93A3-B02A054D2D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3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092D88-EAAD-4DD1-A50A-0AF8174C250D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062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029C1E00-562E-46B2-B514-9EAA470692A3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4C8316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107B9C37-77E3-4DF3-B319-D04D7E668DE5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C93565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8C90106-9E0E-4AF6-A41D-98B1909DEC05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6FB6B95-873D-4CC6-904E-8ACE29F652EE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D349693-4C38-4190-BE3C-62CFC1F6F91B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老 </a:t>
            </a:r>
            <a:r>
              <a:rPr lang="en-US" altLang="zh-TW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回來，不代表基本面突然才變好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7FCD171-C9A9-4DEC-ADA2-1E9E4BF9752C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鴻海、廣達、</a:t>
            </a:r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ODM/EMS 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這些老 </a:t>
            </a:r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重新表態，本質上比較像資金輪回來，而不是公司突然才有成績。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3D9EB2D-4579-4CBE-A8EE-E0C0968A4CF4}"/>
              </a:ext>
            </a:extLst>
          </p:cNvPr>
          <p:cNvSpPr/>
          <p:nvPr/>
        </p:nvSpPr>
        <p:spPr>
          <a:xfrm>
            <a:off x="939800" y="2540000"/>
            <a:ext cx="9931400" cy="33020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FBA12E-56D7-4CA8-9AB4-2691F06047DF}"/>
              </a:ext>
            </a:extLst>
          </p:cNvPr>
          <p:cNvSpPr/>
          <p:nvPr/>
        </p:nvSpPr>
        <p:spPr>
          <a:xfrm>
            <a:off x="1219200" y="2819400"/>
            <a:ext cx="114300" cy="2692400"/>
          </a:xfrm>
          <a:prstGeom prst="rect">
            <a:avLst/>
          </a:prstGeom>
          <a:solidFill>
            <a:srgbClr val="0062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3103FC9-550F-481D-B1A0-064DB5599D87}"/>
              </a:ext>
            </a:extLst>
          </p:cNvPr>
          <p:cNvSpPr txBox="1"/>
          <p:nvPr/>
        </p:nvSpPr>
        <p:spPr>
          <a:xfrm>
            <a:off x="1574800" y="2768600"/>
            <a:ext cx="8890000" cy="11464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他說很多 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ODM/EMS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的營收和獲利一直都很好，市場其實不是不知道。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之前資金只是更喜歡光通等新題材，所以暫時撤出老 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現在光通休息，資金又回到老 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，鴻海、廣達等開始重新被追。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這提醒我們不要在族群休息時就亂罵它爛，多頭裡常常只是輪動。</a:t>
            </a:r>
          </a:p>
        </p:txBody>
      </p:sp>
    </p:spTree>
    <p:extLst>
      <p:ext uri="{BB962C8B-B14F-4D97-AF65-F5344CB8AC3E}">
        <p14:creationId xmlns:p14="http://schemas.microsoft.com/office/powerpoint/2010/main" val="1194995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4DDC692-04E2-4C3A-A610-7A4ECF5101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1C5E99-7189-459E-B4CF-1A183E7CB584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4C8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89FDA325-9698-4235-BDB3-DCEC8BDB1865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C93565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87A7370B-E715-40D5-B63B-390A440E0E36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1823B4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BC5FDEE-BFE4-4317-96FA-8AE2157A7200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E7A99F1-D225-4CBE-996F-FC93D6FD43EA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2F90426-A470-419F-8BE9-3101D7F0FF44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TW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不是只會取代工作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165B22E-EF97-4915-9DBF-BC405C4D0BC5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軟體股重新起來，背後是市場開始修正 </a:t>
            </a:r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會殺光工作的恐慌論，重新看見 </a:t>
            </a:r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對效率的加分。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101949D-1194-46E9-8E4F-5E8D08B72EEE}"/>
              </a:ext>
            </a:extLst>
          </p:cNvPr>
          <p:cNvSpPr/>
          <p:nvPr/>
        </p:nvSpPr>
        <p:spPr>
          <a:xfrm>
            <a:off x="939800" y="2540000"/>
            <a:ext cx="9931400" cy="33020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55DA6CA-F067-4335-94BD-7CD4153B7599}"/>
              </a:ext>
            </a:extLst>
          </p:cNvPr>
          <p:cNvSpPr/>
          <p:nvPr/>
        </p:nvSpPr>
        <p:spPr>
          <a:xfrm>
            <a:off x="1219200" y="2819400"/>
            <a:ext cx="114300" cy="2692400"/>
          </a:xfrm>
          <a:prstGeom prst="rect">
            <a:avLst/>
          </a:prstGeom>
          <a:solidFill>
            <a:srgbClr val="4C8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10EF020-74D3-423B-86D2-5FCACCF3FE0E}"/>
              </a:ext>
            </a:extLst>
          </p:cNvPr>
          <p:cNvSpPr txBox="1"/>
          <p:nvPr/>
        </p:nvSpPr>
        <p:spPr>
          <a:xfrm>
            <a:off x="1574800" y="2768600"/>
            <a:ext cx="8890000" cy="11464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他提到一些 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老闆過去為了行銷，把工具講得像會取代很多人。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但這種說法進入政治和畢業生焦慮後，開始造成反噬。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他的立場偏向 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會改善效率，會讓更多新工作出現，而不是單純消滅所有人。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如果企業一直恐嚇社會，政治人物自然更有理由監管 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40927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F6BBC22-F3A6-4CFC-A923-7F577C0976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5FEF72-82C9-43FC-B0FE-DDFC1AA549E9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C9356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1D512A25-C6C8-4A72-A873-8462C5F4941B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1823B4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8FE6E360-8AAB-4114-9259-DEDD3D985FE0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7F7408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12AAD0E-816C-4927-9CB3-5ACCC757129C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8D8049A8-D213-42A7-BFB8-049D399B87A4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7457A63-63B2-4369-9BA3-6B8CCD4C2DE5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軟體股靠財報把故事講回來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FE818A3-E27A-41FC-BAB8-256FBF585021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軟體不是靠老闆改口就上漲，而是 </a:t>
            </a:r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Salesforce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ServiceNow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Okta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Snowflake 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這些公司用成績讓市場重新相信。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0DABC5E-E799-4F88-BEE1-A1B8F5283812}"/>
              </a:ext>
            </a:extLst>
          </p:cNvPr>
          <p:cNvSpPr/>
          <p:nvPr/>
        </p:nvSpPr>
        <p:spPr>
          <a:xfrm>
            <a:off x="939800" y="2540000"/>
            <a:ext cx="9931400" cy="33020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E9DF25-0157-46BE-BB76-81B415366F93}"/>
              </a:ext>
            </a:extLst>
          </p:cNvPr>
          <p:cNvSpPr/>
          <p:nvPr/>
        </p:nvSpPr>
        <p:spPr>
          <a:xfrm>
            <a:off x="1219200" y="2819400"/>
            <a:ext cx="114300" cy="2692400"/>
          </a:xfrm>
          <a:prstGeom prst="rect">
            <a:avLst/>
          </a:prstGeom>
          <a:solidFill>
            <a:srgbClr val="C9356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B677D44-4FE4-4656-9B2B-B469578E8434}"/>
              </a:ext>
            </a:extLst>
          </p:cNvPr>
          <p:cNvSpPr txBox="1"/>
          <p:nvPr/>
        </p:nvSpPr>
        <p:spPr>
          <a:xfrm>
            <a:off x="1574800" y="2768600"/>
            <a:ext cx="8890000" cy="11464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Salesforce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用大量買回股票表態，等於用行動說公司沒有那麼爛。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ServiceNow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老闆也強調外界對 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和軟體的負面論述講錯了。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Okta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Snowflake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等公司開出不錯成績，讓市場看到 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可能是加分項。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但他也提醒，不是所有軟體都會好，跟硬體供應鏈一樣會有強弱差別。</a:t>
            </a:r>
          </a:p>
        </p:txBody>
      </p:sp>
    </p:spTree>
    <p:extLst>
      <p:ext uri="{BB962C8B-B14F-4D97-AF65-F5344CB8AC3E}">
        <p14:creationId xmlns:p14="http://schemas.microsoft.com/office/powerpoint/2010/main" val="1343623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C5A5CB8-A56A-4A13-9589-E671338215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E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C01EAE-E8C5-42A0-91FB-0FF0E43FBBE5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823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9D17DA1F-7968-42EF-BC8C-1BA3D87286B9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7F7408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2440633F-AF46-40B5-8154-3231F60025F1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B06F2F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5378768-D861-4D79-A71E-8264131A8EF4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97D4E9E-8B06-454B-8037-991AF670E230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D41C588-3E34-4DB3-A2D3-312C42A09993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多頭盤是百花齊放，不是只有一條主線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5A51782-9B3C-4791-B81B-57BC5E785900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現在盤面很多東西都能漲，重點不是每天換去最熱的地方，而是判斷哪裡最有效率、哪裡還沒被看完。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9866AE9-DFE3-4ED7-BEF0-33AB928148BB}"/>
              </a:ext>
            </a:extLst>
          </p:cNvPr>
          <p:cNvSpPr/>
          <p:nvPr/>
        </p:nvSpPr>
        <p:spPr>
          <a:xfrm>
            <a:off x="939800" y="2540000"/>
            <a:ext cx="9931400" cy="33020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8B8A94-ED0D-418C-A7F4-694E6DB703BB}"/>
              </a:ext>
            </a:extLst>
          </p:cNvPr>
          <p:cNvSpPr/>
          <p:nvPr/>
        </p:nvSpPr>
        <p:spPr>
          <a:xfrm>
            <a:off x="1219200" y="2819400"/>
            <a:ext cx="114300" cy="2692400"/>
          </a:xfrm>
          <a:prstGeom prst="rect">
            <a:avLst/>
          </a:prstGeom>
          <a:solidFill>
            <a:srgbClr val="1823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AF32F73-C79B-4E34-A543-FC874DF3C4A3}"/>
              </a:ext>
            </a:extLst>
          </p:cNvPr>
          <p:cNvSpPr txBox="1"/>
          <p:nvPr/>
        </p:nvSpPr>
        <p:spPr>
          <a:xfrm>
            <a:off x="1574800" y="2768600"/>
            <a:ext cx="8890000" cy="11464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他認為目前是很漂亮的多頭，雖然中間有壓力測試，但資金一直往上推。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硬體、軟體、被動元件、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ODM/EMS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都有各自故事，不是只有單一主線。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他不會因為今天鴻海、廣達強，就立刻覺得所有部位都該換過去。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比較好的做法是找同樣受惠，但市場討論度還沒完全跟上的地方。</a:t>
            </a:r>
          </a:p>
        </p:txBody>
      </p:sp>
    </p:spTree>
    <p:extLst>
      <p:ext uri="{BB962C8B-B14F-4D97-AF65-F5344CB8AC3E}">
        <p14:creationId xmlns:p14="http://schemas.microsoft.com/office/powerpoint/2010/main" val="3486810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E6595E2-1A87-4737-A486-B96E4DBEB5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D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05C7CD-279F-4741-AD99-54D3EA066AAF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F740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5B7A97A0-AF1D-4B82-9547-76238A24D2E9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B06F2F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D5E03A2A-9FF8-45C6-8704-8D8FE4ADCBB7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0062A6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DF8813D-B8E7-40DE-9CB7-15A4BAAB1AF0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FCCA8FB-1317-4413-A0D1-33A2666A56AB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27851CF-390C-43E1-B515-2A0DCD4DDAEA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TW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循環可能從基建走回應用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8A50C42-1912-4617-B36A-91E35FA3457D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他把 </a:t>
            </a:r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週期看成先建基礎設施，再輪到應用端；</a:t>
            </a:r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2026 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可能正在重新走向軟體與應用面。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5CBEEA0-EF0B-4F88-B307-F64EEA2B6B4C}"/>
              </a:ext>
            </a:extLst>
          </p:cNvPr>
          <p:cNvSpPr/>
          <p:nvPr/>
        </p:nvSpPr>
        <p:spPr>
          <a:xfrm>
            <a:off x="939800" y="2540000"/>
            <a:ext cx="9931400" cy="33020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90DFE4-644C-4CCC-9D5A-F72298324D8D}"/>
              </a:ext>
            </a:extLst>
          </p:cNvPr>
          <p:cNvSpPr/>
          <p:nvPr/>
        </p:nvSpPr>
        <p:spPr>
          <a:xfrm>
            <a:off x="1219200" y="2819400"/>
            <a:ext cx="114300" cy="2692400"/>
          </a:xfrm>
          <a:prstGeom prst="rect">
            <a:avLst/>
          </a:prstGeom>
          <a:solidFill>
            <a:srgbClr val="7F740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BBE8A4E-294C-474B-97F5-28EC2F6FD196}"/>
              </a:ext>
            </a:extLst>
          </p:cNvPr>
          <p:cNvSpPr txBox="1"/>
          <p:nvPr/>
        </p:nvSpPr>
        <p:spPr>
          <a:xfrm>
            <a:off x="1574800" y="2768600"/>
            <a:ext cx="8890000" cy="11464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2023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到 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2024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已經演過一次：先是硬體基建噴，後來軟體也跟上。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接著 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取代軟體的論述出現，資金又回去追硬體和光通。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現在老 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ODM/EMS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起來後，軟體股也開始重新表態。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他的理解是：硬體先交出營收獲利，下一段可能輪到軟體應用重新被定價。</a:t>
            </a:r>
          </a:p>
        </p:txBody>
      </p:sp>
    </p:spTree>
    <p:extLst>
      <p:ext uri="{BB962C8B-B14F-4D97-AF65-F5344CB8AC3E}">
        <p14:creationId xmlns:p14="http://schemas.microsoft.com/office/powerpoint/2010/main" val="2008262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93FDC03-1400-468C-BADD-B18814C6BB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FB037A-7E89-46E6-A677-1EAD1BA2A054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B06F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66A52CF3-F8CD-409F-B364-65AF24EF5A71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0062A6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63125A3-B955-47E0-95BA-D570E5AF7CE9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4C8316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A2DD123-62C9-4A9B-A1D9-DCC247A85D3F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90A050D-9B4A-4A91-9755-23F38AA1DF1D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E1D0677-6D8E-477A-8289-9FADABD9C56B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創業早醒，是興奮和焦慮混在一起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495C040-A425-461A-8876-9340B40B3D98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聽眾問創業後四點多醒來想工作，他認為這很常見，尤其剛開始做新東西時，大腦會一直想跳起來處理。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DE9D510-10DB-41BF-87B8-5DAB2AB9A7F6}"/>
              </a:ext>
            </a:extLst>
          </p:cNvPr>
          <p:cNvSpPr/>
          <p:nvPr/>
        </p:nvSpPr>
        <p:spPr>
          <a:xfrm>
            <a:off x="939800" y="2540000"/>
            <a:ext cx="9931400" cy="33020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F128FCA-674A-450F-8F3F-4BC1BAA21D43}"/>
              </a:ext>
            </a:extLst>
          </p:cNvPr>
          <p:cNvSpPr/>
          <p:nvPr/>
        </p:nvSpPr>
        <p:spPr>
          <a:xfrm>
            <a:off x="1219200" y="2819400"/>
            <a:ext cx="114300" cy="2692400"/>
          </a:xfrm>
          <a:prstGeom prst="rect">
            <a:avLst/>
          </a:prstGeom>
          <a:solidFill>
            <a:srgbClr val="B06F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7DF7EB8-C6C1-48CF-A875-ED954A14121E}"/>
              </a:ext>
            </a:extLst>
          </p:cNvPr>
          <p:cNvSpPr txBox="1"/>
          <p:nvPr/>
        </p:nvSpPr>
        <p:spPr>
          <a:xfrm>
            <a:off x="1574800" y="2768600"/>
            <a:ext cx="8890000" cy="11464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他沒有把這件事講得很嚴重，而是說新事業初期很容易這樣。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有新想法、新壓力和新責任時，身體會自然進入高度警覺。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他的建議是先順應一段時間，不一定要立刻硬壓回去。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等生活節奏和心理壓力慢慢適應後，通常會睡得比較穩。</a:t>
            </a:r>
          </a:p>
        </p:txBody>
      </p:sp>
    </p:spTree>
    <p:extLst>
      <p:ext uri="{BB962C8B-B14F-4D97-AF65-F5344CB8AC3E}">
        <p14:creationId xmlns:p14="http://schemas.microsoft.com/office/powerpoint/2010/main" val="883997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F2D2AEA-EB59-49D5-A2E4-E434F3934A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3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50BC5B-BA10-4F22-BA1F-661AF89A1279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062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7B2D54B4-C6EC-4C64-9B3D-B07A3987F070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4C8316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927C34A9-03CF-4C8E-A6A0-E4E693F61D85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C93565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956C1CE-87DD-4672-B9B5-A9C3DFD44974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51DFBF5-569F-49BB-B879-D11D45AADC43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9CF2F32-078F-4260-A3D8-40E477A9883C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不懂股票也能靠 </a:t>
            </a:r>
            <a:r>
              <a:rPr lang="en-US" altLang="zh-TW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ETF </a:t>
            </a:r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累積資產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ECAD72B-F393-4AA2-985B-F06E53693A09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有聽眾從每月一千元定期定額開始，後來加到五千，這段提醒不是每個人都要追題材股。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DD69C57-9488-4EAB-97B4-45CF066C046C}"/>
              </a:ext>
            </a:extLst>
          </p:cNvPr>
          <p:cNvSpPr/>
          <p:nvPr/>
        </p:nvSpPr>
        <p:spPr>
          <a:xfrm>
            <a:off x="939800" y="2540000"/>
            <a:ext cx="9931400" cy="33020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FB27F9-A2F5-4E83-B39C-67EA7D33EC15}"/>
              </a:ext>
            </a:extLst>
          </p:cNvPr>
          <p:cNvSpPr/>
          <p:nvPr/>
        </p:nvSpPr>
        <p:spPr>
          <a:xfrm>
            <a:off x="1219200" y="2819400"/>
            <a:ext cx="114300" cy="2692400"/>
          </a:xfrm>
          <a:prstGeom prst="rect">
            <a:avLst/>
          </a:prstGeom>
          <a:solidFill>
            <a:srgbClr val="0062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EF519B9-6B32-46EC-B6DD-AA657BED2722}"/>
              </a:ext>
            </a:extLst>
          </p:cNvPr>
          <p:cNvSpPr txBox="1"/>
          <p:nvPr/>
        </p:nvSpPr>
        <p:spPr>
          <a:xfrm>
            <a:off x="1574800" y="2768600"/>
            <a:ext cx="8890000" cy="11464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聽眾說早期聽到不懂股票就買大盤 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ETF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，於是開始定期定額。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主持人開玩笑說現在 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0050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已經不只是存錢，而像飆股。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但這段真正重要的是，剛出社會也能用簡單方法開始累積資產。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追題材是一種方式，穩定買大盤也是一種適合很多人的方式。</a:t>
            </a:r>
          </a:p>
        </p:txBody>
      </p:sp>
    </p:spTree>
    <p:extLst>
      <p:ext uri="{BB962C8B-B14F-4D97-AF65-F5344CB8AC3E}">
        <p14:creationId xmlns:p14="http://schemas.microsoft.com/office/powerpoint/2010/main" val="4017125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54A4A02-CEBA-4E89-AAAE-84645F66AB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104186-6735-4FCB-A6FE-CF56C5FD20F7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4C8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1184288F-17C6-46E7-AA59-CF30F6D0AD4B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C93565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6CD87CD-3265-41D9-BEBB-0BA5B557C7E2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1823B4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1539722E-25C2-4DA4-ACF8-8AABE5D9D74B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E0CE68C-D096-47C9-BA8E-332A2E572C82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97D6059-D82A-4101-BD03-7E3BBFB20E7F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資產翻倍後，不要掉進比較迴圈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AEA78B4-5166-4C11-A8C7-316ADCF99C98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有聽眾問資產翻很多倍怎麼調整心態，他的回答是世界太大，永遠有人更多，所以跟自己比就好。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61696B9-A610-4B8A-ADF3-4A095E2FD7CF}"/>
              </a:ext>
            </a:extLst>
          </p:cNvPr>
          <p:cNvSpPr/>
          <p:nvPr/>
        </p:nvSpPr>
        <p:spPr>
          <a:xfrm>
            <a:off x="939800" y="2540000"/>
            <a:ext cx="9931400" cy="33020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889601D-9367-43FC-8723-7C1036E3FEC6}"/>
              </a:ext>
            </a:extLst>
          </p:cNvPr>
          <p:cNvSpPr/>
          <p:nvPr/>
        </p:nvSpPr>
        <p:spPr>
          <a:xfrm>
            <a:off x="1219200" y="2819400"/>
            <a:ext cx="114300" cy="2692400"/>
          </a:xfrm>
          <a:prstGeom prst="rect">
            <a:avLst/>
          </a:prstGeom>
          <a:solidFill>
            <a:srgbClr val="4C8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2E9AEA1-45EF-4648-B7E7-9156756897F3}"/>
              </a:ext>
            </a:extLst>
          </p:cNvPr>
          <p:cNvSpPr txBox="1"/>
          <p:nvPr/>
        </p:nvSpPr>
        <p:spPr>
          <a:xfrm>
            <a:off x="1574800" y="2768600"/>
            <a:ext cx="8890000" cy="11464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多頭裡很多人都賺錢，這時很容易從開心變成比較焦慮。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他說幾倍真的很多，但一定還有人比你更多。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如果一直跟別人比，這件事沒有終點，也很難真的滿足。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比較有用的是看自己生活是否變自由，資產是否比過去更穩。</a:t>
            </a:r>
          </a:p>
        </p:txBody>
      </p:sp>
    </p:spTree>
    <p:extLst>
      <p:ext uri="{BB962C8B-B14F-4D97-AF65-F5344CB8AC3E}">
        <p14:creationId xmlns:p14="http://schemas.microsoft.com/office/powerpoint/2010/main" val="2657290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8759736-A11B-4BCB-903D-16BCF5A71A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0B3B52-0039-4695-BAAE-432B47E3AEDF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C9356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8642998-3CB2-4A57-A683-61AE3AB181FD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1823B4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C1E85EE1-18FD-425F-A0FA-AC781EB01D26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7F7408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4FC8ACB-9D12-45DA-A513-E28E3FCFE520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6F28385-5329-41B2-86AB-2C84F0523BE5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DFE6FFA-BDBC-4C10-8CDE-BC3C72E8D18A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紅酒段其實也在講時間感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B86F802-E667-449E-A30A-758E19BBF17E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最後聊紅酒看似離題，但它跟一次感和投資很像：時間會改變味道，也會改變價格。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DBEF12C-EAEE-47B9-8E0B-5CFE1C90D4EB}"/>
              </a:ext>
            </a:extLst>
          </p:cNvPr>
          <p:cNvSpPr/>
          <p:nvPr/>
        </p:nvSpPr>
        <p:spPr>
          <a:xfrm>
            <a:off x="939800" y="2540000"/>
            <a:ext cx="9931400" cy="33020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23B66D-0BC6-4641-93C4-C38FE7C2B944}"/>
              </a:ext>
            </a:extLst>
          </p:cNvPr>
          <p:cNvSpPr/>
          <p:nvPr/>
        </p:nvSpPr>
        <p:spPr>
          <a:xfrm>
            <a:off x="1219200" y="2819400"/>
            <a:ext cx="114300" cy="2692400"/>
          </a:xfrm>
          <a:prstGeom prst="rect">
            <a:avLst/>
          </a:prstGeom>
          <a:solidFill>
            <a:srgbClr val="C9356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E5CF42D-7920-441E-880D-33B95D236D76}"/>
              </a:ext>
            </a:extLst>
          </p:cNvPr>
          <p:cNvSpPr txBox="1"/>
          <p:nvPr/>
        </p:nvSpPr>
        <p:spPr>
          <a:xfrm>
            <a:off x="1574800" y="2768600"/>
            <a:ext cx="8890000" cy="11464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他談到老酒、布根地、樂花和酒神，說自己不一定喜歡太老的味道。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有些酒過了最佳時間，只剩一點微光，會讓人覺得可惜。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樂花則因稀缺、控貨和傳奇性，價格可能還會往更高處走。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他的做法不是囤貨投資，而是買來喝、慢慢感受，回到這集的一次感。</a:t>
            </a:r>
          </a:p>
        </p:txBody>
      </p:sp>
    </p:spTree>
    <p:extLst>
      <p:ext uri="{BB962C8B-B14F-4D97-AF65-F5344CB8AC3E}">
        <p14:creationId xmlns:p14="http://schemas.microsoft.com/office/powerpoint/2010/main" val="3802827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BDD3BDD-619D-43A5-838E-5E6BEEE06F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E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402055-CF20-44D3-84AE-8C6A2E58AF33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823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CE9C736B-F2D9-460E-AB45-A6F5D52631DD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7F7408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5F73A12-0CD9-469E-80B1-A3F8D13DDD4E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B06F2F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5F9B7D6-F3A3-4009-BDE5-0C0FABB64930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EC84EA5-1694-474F-89CA-BBAC7C498591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0B223E9-BB8F-4A19-A3D9-87EBD6BFDCE4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可以再查的方向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1486CB3-6D0E-4A76-AF15-5D0AA43E6F00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這集可以拆成生活方法、被動元件、老 </a:t>
            </a:r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、軟體股、</a:t>
            </a:r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ETF 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和紅酒時間感幾個資料夾。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D0D68AF-335B-4213-8345-D9BC2AE721EE}"/>
              </a:ext>
            </a:extLst>
          </p:cNvPr>
          <p:cNvSpPr/>
          <p:nvPr/>
        </p:nvSpPr>
        <p:spPr>
          <a:xfrm>
            <a:off x="939800" y="2540000"/>
            <a:ext cx="9931400" cy="33020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4F137D-40F2-45EC-95EC-4EEB1801122B}"/>
              </a:ext>
            </a:extLst>
          </p:cNvPr>
          <p:cNvSpPr/>
          <p:nvPr/>
        </p:nvSpPr>
        <p:spPr>
          <a:xfrm>
            <a:off x="1219200" y="2819400"/>
            <a:ext cx="114300" cy="2692400"/>
          </a:xfrm>
          <a:prstGeom prst="rect">
            <a:avLst/>
          </a:prstGeom>
          <a:solidFill>
            <a:srgbClr val="1823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F9C03B4-FB4B-4C3A-B8DE-ADA485588EE7}"/>
              </a:ext>
            </a:extLst>
          </p:cNvPr>
          <p:cNvSpPr txBox="1"/>
          <p:nvPr/>
        </p:nvSpPr>
        <p:spPr>
          <a:xfrm>
            <a:off x="1574800" y="2768600"/>
            <a:ext cx="8890000" cy="11464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生活：一次感、內觀、多工反射、日常記憶點。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被動元件：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MLCC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、鋁電容、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SP-CAP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OS-CON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BB ratio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、稼動率。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AI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市場：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ODM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EMS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、老 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Salesforce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ServiceNow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Okta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Snowflake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IGV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</a:p>
          <a:p>
            <a:pPr>
              <a:spcAft>
                <a:spcPts val="500"/>
              </a:spcAft>
            </a:pP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心態：處置股、券商額度、</a:t>
            </a:r>
            <a:r>
              <a:rPr lang="en-US" altLang="zh-TW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ETF </a:t>
            </a:r>
            <a:r>
              <a:rPr lang="zh-TW" altLang="en-US" sz="1550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定期定額、資產比較、興趣和時間。</a:t>
            </a:r>
          </a:p>
        </p:txBody>
      </p:sp>
    </p:spTree>
    <p:extLst>
      <p:ext uri="{BB962C8B-B14F-4D97-AF65-F5344CB8AC3E}">
        <p14:creationId xmlns:p14="http://schemas.microsoft.com/office/powerpoint/2010/main" val="351800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1909</Words>
  <Application>Microsoft Office PowerPoint</Application>
  <PresentationFormat>自訂</PresentationFormat>
  <Paragraphs>100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鈞霖 陳</dc:creator>
  <cp:lastModifiedBy>鈞霖 陳</cp:lastModifiedBy>
  <cp:revision>1</cp:revision>
  <dcterms:created xsi:type="dcterms:W3CDTF">2026-06-02T02:18:11Z</dcterms:created>
  <dcterms:modified xsi:type="dcterms:W3CDTF">2026-06-02T02:18:11Z</dcterms:modified>
</cp:coreProperties>
</file>